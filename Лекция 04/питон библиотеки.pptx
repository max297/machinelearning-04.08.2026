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63" r:id="rId3"/>
    <p:sldId id="264" r:id="rId4"/>
    <p:sldId id="258" r:id="rId5"/>
    <p:sldId id="259" r:id="rId6"/>
    <p:sldId id="271" r:id="rId7"/>
    <p:sldId id="272" r:id="rId8"/>
    <p:sldId id="273" r:id="rId9"/>
    <p:sldId id="274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-52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a4ad2d1f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a4ad2d1f3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a4ad2d1f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a4ad2d1f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ac24e6148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ac24e6148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ac24e614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ac24e614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ac24e6148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ac24e6148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ac24e6148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ac24e6148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c24e6148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c24e6148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ac24e6148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ac24e6148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работа с пакетами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</a:t>
            </a:r>
            <a:r>
              <a:rPr lang="ru" dirty="0"/>
              <a:t> </a:t>
            </a:r>
            <a:endParaRPr dirty="0"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Pandas-</a:t>
            </a:r>
            <a:r>
              <a:rPr lang="ru-RU" dirty="0"/>
              <a:t>это мощная библиотека Python для анализа и обработки данных. Она предоставляет высокоуровневые структуры данных и инструменты для эффективной работы с табличными данными, временными рядами и другими структурами. В контексте машинного обучения </a:t>
            </a:r>
            <a:r>
              <a:rPr lang="ru-RU" dirty="0" err="1"/>
              <a:t>Pandas</a:t>
            </a:r>
            <a:r>
              <a:rPr lang="ru-RU" dirty="0"/>
              <a:t> незаменима для предварительной обработки данных, очистки и подготовки </a:t>
            </a:r>
            <a:r>
              <a:rPr lang="ru-RU" dirty="0" err="1"/>
              <a:t>датасетов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dataFrame</a:t>
            </a:r>
            <a:r>
              <a:rPr lang="en-US" dirty="0"/>
              <a:t> - </a:t>
            </a:r>
            <a:r>
              <a:rPr lang="ru-RU" dirty="0"/>
              <a:t>Двумерная таблица с помеченными осями (строками и столбцами)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Series – </a:t>
            </a:r>
            <a:r>
              <a:rPr lang="ru-RU" dirty="0"/>
              <a:t>одномерный массив, можете представить себе его как отдельный столбец или ряд из таблицы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Возможный функционал</a:t>
            </a:r>
            <a:endParaRPr dirty="0"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помощи </a:t>
            </a:r>
            <a:r>
              <a:rPr lang="en-US" dirty="0"/>
              <a:t>pandas </a:t>
            </a:r>
            <a:r>
              <a:rPr lang="ru-RU" dirty="0"/>
              <a:t>можно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-считывать информацию из файлов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-Фильтровать таблицу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-Заполнять пустые параметры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-Модифицировать данные в таблице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import pandas as pd # Импортируем библиотеку Pandas.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city = {'Город': ['Москва', 'Санкт-Петербург', 'Новосибирск', 'Екатеринбург'],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'Год основания': [1147, 1703, 1893, 1723],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'Население': [11.9, 4.9, 1.5, 1.4]} # Создаём словарь с нужной информацией о городах.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 = pd.DataFrame(city) # Превращаем словарь в DataFrame, используя стандартный метод библиотеки.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df # Выводим DataFrame на экран.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Считывание данных из excel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 = pd.read_csv('file.csv',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sep=',',           # разделитель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encoding='utf-8',  # кодировка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header=0,          # строка заголовков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index_col=0,       # столбец как индекс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              na_values=['NA', 'null'])  # значения NaN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f= pd.read_excel('tmp.xlsx', index_col=0)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методы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177775"/>
            <a:ext cx="7038900" cy="39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df.head()        # первые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df.tail()        # последние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df.sample(5)     # случайные 5 строк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df.info()        # информация о датафрейме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df.describe()    # статистика числовых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df.shape         # размерность (строки, столбцы)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df.columns       # названия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df.dtypes        # типы данных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df.isnull().sum()  # количество пропусков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df.value_counts()        # частотный анализ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df.corr()               # корреляционная матрица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df.duplicated().sum()   # количество дубликатов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df.nunique()            # количество уникальных значений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Получение данных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df['column_name']          # выбор колонки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df[['col1', 'col2']]       # выбор нескольких колонок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df.loc[0]                  # выбор строки по индексу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df.iloc[0]                 # выбор строки по позиции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df.query('column &gt; 100')   # фильтрация по условию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Изменение данных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df.dropna()               # удаление строк с NaN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df.fillna(value)          # заполнение NaN значением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df.rename(columns={'old':'new'})  # переименование колонок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df.drop(columns=['col1'])         # удаление колонок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df.drop(index=[0, 1])             # удаление строк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dirty="0"/>
              <a:t>df.assign(new_col=df['col']*2)    # добавление новой колонки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505</Words>
  <Application>Microsoft Office PowerPoint</Application>
  <PresentationFormat>Экран (16:9)</PresentationFormat>
  <Paragraphs>61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Montserrat</vt:lpstr>
      <vt:lpstr>Lato</vt:lpstr>
      <vt:lpstr>Arial</vt:lpstr>
      <vt:lpstr>Focus</vt:lpstr>
      <vt:lpstr>Установка и работа с пакетами</vt:lpstr>
      <vt:lpstr>pandas </vt:lpstr>
      <vt:lpstr>Возможный функционал</vt:lpstr>
      <vt:lpstr>Презентация PowerPoint</vt:lpstr>
      <vt:lpstr>Считывание данных из excel</vt:lpstr>
      <vt:lpstr>Основные методы</vt:lpstr>
      <vt:lpstr>Презентация PowerPoint</vt:lpstr>
      <vt:lpstr>Получение данных</vt:lpstr>
      <vt:lpstr>Изменение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работа с пакетами</dc:title>
  <cp:lastModifiedBy>Акулин Максим Александрович</cp:lastModifiedBy>
  <cp:revision>8</cp:revision>
  <dcterms:modified xsi:type="dcterms:W3CDTF">2026-08-07T12:09:10Z</dcterms:modified>
</cp:coreProperties>
</file>