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0" r:id="rId6"/>
    <p:sldId id="264" r:id="rId7"/>
    <p:sldId id="261" r:id="rId8"/>
    <p:sldId id="265" r:id="rId9"/>
    <p:sldId id="262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-52"/>
      <p:regular r:id="rId16"/>
      <p:bold r:id="rId17"/>
      <p:italic r:id="rId18"/>
      <p:boldItalic r:id="rId19"/>
    </p:embeddedFont>
    <p:embeddedFont>
      <p:font typeface="Roboto Mon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0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a40a53d1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a40a53d1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d694e17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d694e17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d694e17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d694e17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a4ad2d1f3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a4ad2d1f3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4ad2d1f3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4ad2d1f3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a4ad2d1f3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a4ad2d1f3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python классы</a:t>
            </a:r>
            <a:r>
              <a:rPr lang="en-US" dirty="0"/>
              <a:t> </a:t>
            </a:r>
            <a:r>
              <a:rPr lang="ru-RU" dirty="0"/>
              <a:t>и библиотеки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 — это шаблон, по которому создаются объекты.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Объект — это экземпляр класса, содержащий данные и методы для работы с этими данными.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/>
              <a:t>Конструктор-метод, который автоматически вызывается при создании объектов. Его также можно назвать конструктором объектов класса.</a:t>
            </a:r>
            <a:endParaRPr sz="19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Person: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__init__(self, name, age):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self.age =</a:t>
            </a:r>
            <a:r>
              <a:rPr lang="ru" sz="19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9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 </a:t>
            </a:r>
            <a:endParaRPr sz="19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 dirty="0">
                <a:latin typeface="Roboto Mono"/>
                <a:ea typeface="Roboto Mono"/>
                <a:cs typeface="Roboto Mono"/>
                <a:sym typeface="Roboto Mono"/>
              </a:rPr>
              <a:t>Конструктор должен принимать как минимум один параметр ссылку на текущий объект - self.</a:t>
            </a:r>
            <a:endParaRPr sz="1900" dirty="0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B5390-DA26-457C-AFB0-8884C24C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Получение параметров и функций класса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493269-03D9-47FF-9AD2-C4348B89D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marL="146050" indent="0">
              <a:buNone/>
            </a:pPr>
            <a:r>
              <a:rPr lang="en-US" dirty="0"/>
              <a:t>class Person:</a:t>
            </a:r>
          </a:p>
          <a:p>
            <a:pPr marL="146050" indent="0">
              <a:buNone/>
            </a:pPr>
            <a:r>
              <a:rPr lang="en-US" dirty="0"/>
              <a:t> </a:t>
            </a:r>
          </a:p>
          <a:p>
            <a:pPr marL="14605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name, age):</a:t>
            </a:r>
          </a:p>
          <a:p>
            <a:pPr marL="146050" indent="0">
              <a:buNone/>
            </a:pPr>
            <a:r>
              <a:rPr lang="en-US" dirty="0"/>
              <a:t>        self.name = name    # </a:t>
            </a:r>
            <a:r>
              <a:rPr lang="ru-RU" dirty="0"/>
              <a:t>имя человека</a:t>
            </a:r>
          </a:p>
          <a:p>
            <a:pPr marL="146050" indent="0">
              <a:buNone/>
            </a:pPr>
            <a:r>
              <a:rPr lang="ru-RU" dirty="0"/>
              <a:t>        </a:t>
            </a:r>
            <a:r>
              <a:rPr lang="en-US" dirty="0" err="1"/>
              <a:t>self.age</a:t>
            </a:r>
            <a:r>
              <a:rPr lang="en-US" dirty="0"/>
              <a:t> = age        # </a:t>
            </a:r>
            <a:r>
              <a:rPr lang="ru-RU" dirty="0"/>
              <a:t>возраст человека</a:t>
            </a:r>
          </a:p>
          <a:p>
            <a:pPr marL="146050" indent="0">
              <a:buNone/>
            </a:pPr>
            <a:r>
              <a:rPr lang="ru-RU" dirty="0"/>
              <a:t> </a:t>
            </a:r>
          </a:p>
          <a:p>
            <a:pPr marL="146050" indent="0">
              <a:buNone/>
            </a:pPr>
            <a:r>
              <a:rPr lang="ru-RU" dirty="0"/>
              <a:t> </a:t>
            </a:r>
          </a:p>
          <a:p>
            <a:pPr marL="146050" indent="0">
              <a:buNone/>
            </a:pPr>
            <a:r>
              <a:rPr lang="en-US" dirty="0"/>
              <a:t>tom = Person("Tom", 22)</a:t>
            </a:r>
          </a:p>
          <a:p>
            <a:pPr marL="146050" indent="0">
              <a:buNone/>
            </a:pPr>
            <a:r>
              <a:rPr lang="en-US" dirty="0"/>
              <a:t> </a:t>
            </a:r>
          </a:p>
          <a:p>
            <a:pPr marL="146050" indent="0">
              <a:buNone/>
            </a:pPr>
            <a:r>
              <a:rPr lang="en-US" dirty="0"/>
              <a:t># </a:t>
            </a:r>
            <a:r>
              <a:rPr lang="ru-RU" dirty="0"/>
              <a:t>обращение к атрибутам</a:t>
            </a:r>
          </a:p>
          <a:p>
            <a:pPr marL="146050" indent="0">
              <a:buNone/>
            </a:pPr>
            <a:r>
              <a:rPr lang="ru-RU" dirty="0"/>
              <a:t># получение значений</a:t>
            </a:r>
          </a:p>
          <a:p>
            <a:pPr marL="146050" indent="0">
              <a:buNone/>
            </a:pPr>
            <a:r>
              <a:rPr lang="en-US" dirty="0"/>
              <a:t>print(tom.name)     # Tom</a:t>
            </a:r>
          </a:p>
          <a:p>
            <a:pPr marL="146050" indent="0">
              <a:buNone/>
            </a:pPr>
            <a:r>
              <a:rPr lang="en-US" dirty="0"/>
              <a:t>print(</a:t>
            </a:r>
            <a:r>
              <a:rPr lang="en-US" dirty="0" err="1"/>
              <a:t>tom.age</a:t>
            </a:r>
            <a:r>
              <a:rPr lang="en-US" dirty="0"/>
              <a:t>)      # 22</a:t>
            </a:r>
          </a:p>
          <a:p>
            <a:pPr marL="146050" indent="0">
              <a:buNone/>
            </a:pPr>
            <a:r>
              <a:rPr lang="en-US" dirty="0"/>
              <a:t># </a:t>
            </a:r>
            <a:r>
              <a:rPr lang="ru-RU" dirty="0"/>
              <a:t>изменение значения</a:t>
            </a:r>
          </a:p>
          <a:p>
            <a:pPr marL="146050" indent="0">
              <a:buNone/>
            </a:pPr>
            <a:r>
              <a:rPr lang="en-US" dirty="0" err="1"/>
              <a:t>tom.age</a:t>
            </a:r>
            <a:r>
              <a:rPr lang="en-US" dirty="0"/>
              <a:t> = 37</a:t>
            </a:r>
          </a:p>
          <a:p>
            <a:pPr marL="146050" indent="0">
              <a:buNone/>
            </a:pPr>
            <a:r>
              <a:rPr lang="en-US" dirty="0"/>
              <a:t>print(</a:t>
            </a:r>
            <a:r>
              <a:rPr lang="en-US" dirty="0" err="1"/>
              <a:t>tom.age</a:t>
            </a:r>
            <a:r>
              <a:rPr lang="en-US" dirty="0"/>
              <a:t>)      # 37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992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 dirty="0"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latin typeface="+mn-lt"/>
              </a:rPr>
              <a:t>Наследование позволяет создавать новый класс на основе уже существующего класса. </a:t>
            </a:r>
            <a:endParaRPr dirty="0">
              <a:latin typeface="+mn-lt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dirty="0">
                <a:latin typeface="+mn-lt"/>
              </a:rPr>
              <a:t>Ключевыми понятиями наследования являются подкласс и суперкласс. Подкласс наследует от суперкласса все публичные атрибуты и методы. Суперкласс еще называется базовым (base class) или родительским (parent class), а подкласс - производным (derived class) или дочерним (child class).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Arial"/>
                <a:sym typeface="Roboto Mono"/>
              </a:rPr>
              <a:t>Teacher(Person)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def</a:t>
            </a:r>
            <a:r>
              <a:rPr lang="en-US" sz="1400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 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__(self, name, age):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        super.__</a:t>
            </a:r>
            <a:r>
              <a:rPr lang="en-US" sz="1400" dirty="0" err="1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init</a:t>
            </a:r>
            <a:r>
              <a:rPr lang="en-US" sz="1400" dirty="0">
                <a:solidFill>
                  <a:srgbClr val="188038"/>
                </a:solidFill>
                <a:latin typeface="+mn-lt"/>
                <a:ea typeface="Roboto Mono"/>
                <a:cs typeface="Roboto Mono"/>
                <a:sym typeface="Roboto Mono"/>
              </a:rPr>
              <a:t>__(name, age)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188038"/>
                </a:solidFill>
                <a:latin typeface="+mj-lt"/>
                <a:ea typeface="Roboto Mono"/>
                <a:cs typeface="Roboto Mono"/>
                <a:sym typeface="Roboto Mono"/>
              </a:rPr>
              <a:t>        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Библиотеки</a:t>
            </a:r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Библиотека — это набор связанных модулей, объединенных вместе для решения определенной задачи или предоставления определенного функционала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- импортируем библиотеку, теперь мы можем обращаться к объектам, Которые там описаны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import library as lb- импортируем библиотеку и даем ей наименование в нашем пространстве имен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from library import object – импортируем объект из библиотеки напрямую в наше пространство имен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</a:t>
            </a:r>
            <a:endParaRPr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pip — система управления пакетами, которая используется для установки и управления программными пакетами, написанными на Python.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b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Большинство библиотек вы можете найти на сайте </a:t>
            </a:r>
            <a:r>
              <a:rPr lang="ru" sz="15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PyPI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, где указаны библиотеки, их версии и описание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pip install &lt;package_name&gt; – Установка библиотеки с заданным именем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&lt;package_name&gt;==&lt;version&gt; –Установка библиотеки указанной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-r /path/to/requirements.txt – Установка библиотек, которые указаны в файле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install uninstall &lt;package_name&gt; – Удаление библиотеки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pip list – Перечисляет все установленные библиотеки и их версии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8C272C-EC48-4D6E-997A-A9A53D0B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пример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9BEF7E-D508-4018-83D2-E47FB07B0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https://colab.research.google.com/drive/1soeQFevmpnhWIMuI92GRsjkql3ikDDbu?usp=sharing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3669631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447</Words>
  <Application>Microsoft Office PowerPoint</Application>
  <PresentationFormat>Экран (16:9)</PresentationFormat>
  <Paragraphs>49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Lato</vt:lpstr>
      <vt:lpstr>Montserrat</vt:lpstr>
      <vt:lpstr>Roboto Mono</vt:lpstr>
      <vt:lpstr>Times New Roman</vt:lpstr>
      <vt:lpstr>Focus</vt:lpstr>
      <vt:lpstr>python классы и библиотеки</vt:lpstr>
      <vt:lpstr>Презентация PowerPoint</vt:lpstr>
      <vt:lpstr>Презентация PowerPoint</vt:lpstr>
      <vt:lpstr>Получение параметров и функций класса</vt:lpstr>
      <vt:lpstr>Наследование</vt:lpstr>
      <vt:lpstr>Библиотеки</vt:lpstr>
      <vt:lpstr>pip</vt:lpstr>
      <vt:lpstr>Презентация PowerPoint</vt:lpstr>
      <vt:lpstr>Ссылка на 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классы</dc:title>
  <cp:lastModifiedBy>Акулин Максим Александрович</cp:lastModifiedBy>
  <cp:revision>7</cp:revision>
  <dcterms:modified xsi:type="dcterms:W3CDTF">2026-08-06T07:28:01Z</dcterms:modified>
</cp:coreProperties>
</file>