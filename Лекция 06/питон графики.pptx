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6" r:id="rId3"/>
    <p:sldId id="271" r:id="rId4"/>
    <p:sldId id="267" r:id="rId5"/>
    <p:sldId id="268" r:id="rId6"/>
    <p:sldId id="269" r:id="rId7"/>
    <p:sldId id="270" r:id="rId8"/>
  </p:sldIdLst>
  <p:sldSz cx="9144000" cy="5143500" type="screen16x9"/>
  <p:notesSz cx="6858000" cy="9144000"/>
  <p:embeddedFontLst>
    <p:embeddedFont>
      <p:font typeface="Lato" panose="020F0502020204030203" pitchFamily="34" charset="0"/>
      <p:regular r:id="rId10"/>
      <p:bold r:id="rId11"/>
      <p:italic r:id="rId12"/>
      <p:boldItalic r:id="rId13"/>
    </p:embeddedFont>
    <p:embeddedFont>
      <p:font typeface="Montserrat" panose="00000500000000000000" pitchFamily="2" charset="-52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a4ad2d1f3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a4ad2d1f3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a4ad2d1f3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7a4ad2d1f3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a4ad2d1f3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a4ad2d1f3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a4ad2d1f3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a4ad2d1f3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a4ad2d1f3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7a4ad2d1f3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Построение графиков</a:t>
            </a:r>
            <a:endParaRPr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matplotlib</a:t>
            </a:r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Matplotlib — это библиотека с открытым исходным кодом для визуализации данных в Python. С помощью неё можно создавать точечные и круговые диаграммы, линейные графики, гистограммы, диаграммы ошибок, 3D-графики. Готовые результаты визуализации можно экспортировать в форматах PDF, SVG, JPG, PNG, BMP и GIF.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B63D1-21A7-481F-8BA7-05659FAF2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60FE3B-6715-4794-8C4C-2C697D464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Постройка графиков</a:t>
            </a:r>
          </a:p>
          <a:p>
            <a:r>
              <a:rPr lang="ru-RU" dirty="0"/>
              <a:t>Добавление аннотаций и изменение внешнего вида графиков</a:t>
            </a:r>
          </a:p>
        </p:txBody>
      </p:sp>
    </p:spTree>
    <p:extLst>
      <p:ext uri="{BB962C8B-B14F-4D97-AF65-F5344CB8AC3E}">
        <p14:creationId xmlns:p14="http://schemas.microsoft.com/office/powerpoint/2010/main" val="3260184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графиков</a:t>
            </a:r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body" idx="1"/>
          </p:nvPr>
        </p:nvSpPr>
        <p:spPr>
          <a:xfrm>
            <a:off x="1297500" y="4674675"/>
            <a:ext cx="7038900" cy="3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https://matplotlib.org/stable/plot_types/index.html</a:t>
            </a:r>
            <a:endParaRPr/>
          </a:p>
        </p:txBody>
      </p:sp>
      <p:pic>
        <p:nvPicPr>
          <p:cNvPr id="204" name="Google Shape;20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525" y="886827"/>
            <a:ext cx="7248600" cy="378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графиков</a:t>
            </a:r>
            <a:endParaRPr/>
          </a:p>
        </p:txBody>
      </p:sp>
      <p:sp>
        <p:nvSpPr>
          <p:cNvPr id="210" name="Google Shape;210;p25"/>
          <p:cNvSpPr txBox="1">
            <a:spLocks noGrp="1"/>
          </p:cNvSpPr>
          <p:nvPr>
            <p:ph type="body" idx="1"/>
          </p:nvPr>
        </p:nvSpPr>
        <p:spPr>
          <a:xfrm>
            <a:off x="1297500" y="1052550"/>
            <a:ext cx="7038900" cy="38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Линейные графики (Line Plots) – нужны, чтобы показать изменение одной величины относительно другой, чаще всего — динамику во времени.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Точечные графики (Scatter Plots) – нужны, чтобы исследовать взаимосвязь между двумя числовыми величинами.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Столбчатые диаграммы (Bar Charts) –  нужны для сравнения величин разных категорий между собой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Гистограммы (Histograms) нужны, чтобы понять распределение одной числовой величины.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Круговые диаграммы (Pie Charts) –  нужны, чтобы наглядно продемонстрировать, какой процент от общего объема составляет каждая категория.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Тепловые карты (Heatmaps) нужны, чтобы визуализировать интенсивность значений в двумерной таблице с помощью цвета.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375"/>
            <a:ext cx="3365924" cy="241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6"/>
          <p:cNvPicPr preferRelativeResize="0"/>
          <p:nvPr/>
        </p:nvPicPr>
        <p:blipFill rotWithShape="1">
          <a:blip r:embed="rId4">
            <a:alphaModFix/>
          </a:blip>
          <a:srcRect r="-48323"/>
          <a:stretch/>
        </p:blipFill>
        <p:spPr>
          <a:xfrm>
            <a:off x="56775" y="2626900"/>
            <a:ext cx="6458326" cy="246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6" descr="Bar Charts: Using, Examples, and Interpreting - Statistics By Jim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3275" y="-2300"/>
            <a:ext cx="3800724" cy="33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52" y="137500"/>
            <a:ext cx="3414499" cy="284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7075" y="56975"/>
            <a:ext cx="3201275" cy="2355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9850" y="2518075"/>
            <a:ext cx="4713800" cy="252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194</Words>
  <Application>Microsoft Office PowerPoint</Application>
  <PresentationFormat>Экран (16:9)</PresentationFormat>
  <Paragraphs>15</Paragraphs>
  <Slides>7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Montserrat</vt:lpstr>
      <vt:lpstr>Arial</vt:lpstr>
      <vt:lpstr>Lato</vt:lpstr>
      <vt:lpstr>Focus</vt:lpstr>
      <vt:lpstr>Построение графиков</vt:lpstr>
      <vt:lpstr>matplotlib</vt:lpstr>
      <vt:lpstr>Функционал</vt:lpstr>
      <vt:lpstr>Виды графиков</vt:lpstr>
      <vt:lpstr>Виды графиков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Установка и работа с пакетами</dc:title>
  <dc:creator>Max</dc:creator>
  <cp:lastModifiedBy>Акулин Максим Александрович</cp:lastModifiedBy>
  <cp:revision>10</cp:revision>
  <dcterms:modified xsi:type="dcterms:W3CDTF">2026-08-11T11:35:44Z</dcterms:modified>
</cp:coreProperties>
</file>